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3F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B866D8-8E55-4894-B136-3BD85EF46E8F}" v="13" dt="2025-02-24T01:32:56.9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juli Jain" userId="ec3f56728fd736b1" providerId="LiveId" clId="{6EB866D8-8E55-4894-B136-3BD85EF46E8F}"/>
    <pc:docChg chg="undo custSel addSld modSld sldOrd">
      <pc:chgData name="Anjuli Jain" userId="ec3f56728fd736b1" providerId="LiveId" clId="{6EB866D8-8E55-4894-B136-3BD85EF46E8F}" dt="2025-02-24T01:33:24.238" v="258" actId="14100"/>
      <pc:docMkLst>
        <pc:docMk/>
      </pc:docMkLst>
      <pc:sldChg chg="addSp modSp mod setBg">
        <pc:chgData name="Anjuli Jain" userId="ec3f56728fd736b1" providerId="LiveId" clId="{6EB866D8-8E55-4894-B136-3BD85EF46E8F}" dt="2025-02-24T01:26:22.859" v="123"/>
        <pc:sldMkLst>
          <pc:docMk/>
          <pc:sldMk cId="1075959903" sldId="256"/>
        </pc:sldMkLst>
        <pc:spChg chg="mod">
          <ac:chgData name="Anjuli Jain" userId="ec3f56728fd736b1" providerId="LiveId" clId="{6EB866D8-8E55-4894-B136-3BD85EF46E8F}" dt="2025-02-24T01:17:32.401" v="16" actId="26606"/>
          <ac:spMkLst>
            <pc:docMk/>
            <pc:sldMk cId="1075959903" sldId="256"/>
            <ac:spMk id="2" creationId="{DF0E5832-8B28-37C3-3FA2-F9105461F518}"/>
          </ac:spMkLst>
        </pc:spChg>
        <pc:spChg chg="mod">
          <ac:chgData name="Anjuli Jain" userId="ec3f56728fd736b1" providerId="LiveId" clId="{6EB866D8-8E55-4894-B136-3BD85EF46E8F}" dt="2025-02-24T01:17:32.401" v="16" actId="26606"/>
          <ac:spMkLst>
            <pc:docMk/>
            <pc:sldMk cId="1075959903" sldId="256"/>
            <ac:spMk id="3" creationId="{F88F0290-9466-8717-4687-F00C42C7A760}"/>
          </ac:spMkLst>
        </pc:spChg>
        <pc:spChg chg="add">
          <ac:chgData name="Anjuli Jain" userId="ec3f56728fd736b1" providerId="LiveId" clId="{6EB866D8-8E55-4894-B136-3BD85EF46E8F}" dt="2025-02-24T01:17:32.401" v="16" actId="26606"/>
          <ac:spMkLst>
            <pc:docMk/>
            <pc:sldMk cId="1075959903" sldId="256"/>
            <ac:spMk id="8" creationId="{577D6B2E-37A3-429E-A37C-F30ED6487282}"/>
          </ac:spMkLst>
        </pc:spChg>
        <pc:spChg chg="add">
          <ac:chgData name="Anjuli Jain" userId="ec3f56728fd736b1" providerId="LiveId" clId="{6EB866D8-8E55-4894-B136-3BD85EF46E8F}" dt="2025-02-24T01:17:32.401" v="16" actId="26606"/>
          <ac:spMkLst>
            <pc:docMk/>
            <pc:sldMk cId="1075959903" sldId="256"/>
            <ac:spMk id="10" creationId="{5CEAD642-85CF-4750-8432-7C80C901F001}"/>
          </ac:spMkLst>
        </pc:spChg>
        <pc:spChg chg="add">
          <ac:chgData name="Anjuli Jain" userId="ec3f56728fd736b1" providerId="LiveId" clId="{6EB866D8-8E55-4894-B136-3BD85EF46E8F}" dt="2025-02-24T01:17:32.401" v="16" actId="26606"/>
          <ac:spMkLst>
            <pc:docMk/>
            <pc:sldMk cId="1075959903" sldId="256"/>
            <ac:spMk id="12" creationId="{FA33EEAE-15D5-4119-8C1E-89D943F911EF}"/>
          </ac:spMkLst>
        </pc:spChg>
        <pc:spChg chg="add">
          <ac:chgData name="Anjuli Jain" userId="ec3f56728fd736b1" providerId="LiveId" clId="{6EB866D8-8E55-4894-B136-3BD85EF46E8F}" dt="2025-02-24T01:17:32.401" v="16" actId="26606"/>
          <ac:spMkLst>
            <pc:docMk/>
            <pc:sldMk cId="1075959903" sldId="256"/>
            <ac:spMk id="14" creationId="{730D8B3B-9B80-4025-B934-26DC7D7CD231}"/>
          </ac:spMkLst>
        </pc:spChg>
        <pc:spChg chg="add">
          <ac:chgData name="Anjuli Jain" userId="ec3f56728fd736b1" providerId="LiveId" clId="{6EB866D8-8E55-4894-B136-3BD85EF46E8F}" dt="2025-02-24T01:17:32.401" v="16" actId="26606"/>
          <ac:spMkLst>
            <pc:docMk/>
            <pc:sldMk cId="1075959903" sldId="256"/>
            <ac:spMk id="16" creationId="{1064D5D5-227B-4F66-9AEA-46F570E793BD}"/>
          </ac:spMkLst>
        </pc:spChg>
        <pc:spChg chg="add">
          <ac:chgData name="Anjuli Jain" userId="ec3f56728fd736b1" providerId="LiveId" clId="{6EB866D8-8E55-4894-B136-3BD85EF46E8F}" dt="2025-02-24T01:17:32.401" v="16" actId="26606"/>
          <ac:spMkLst>
            <pc:docMk/>
            <pc:sldMk cId="1075959903" sldId="256"/>
            <ac:spMk id="18" creationId="{646B67A4-D328-4747-A82B-65E84FA46368}"/>
          </ac:spMkLst>
        </pc:spChg>
        <pc:spChg chg="add">
          <ac:chgData name="Anjuli Jain" userId="ec3f56728fd736b1" providerId="LiveId" clId="{6EB866D8-8E55-4894-B136-3BD85EF46E8F}" dt="2025-02-24T01:17:32.401" v="16" actId="26606"/>
          <ac:spMkLst>
            <pc:docMk/>
            <pc:sldMk cId="1075959903" sldId="256"/>
            <ac:spMk id="20" creationId="{B5A1B09C-1565-46F8-B70F-621C5EB48A09}"/>
          </ac:spMkLst>
        </pc:spChg>
        <pc:spChg chg="add">
          <ac:chgData name="Anjuli Jain" userId="ec3f56728fd736b1" providerId="LiveId" clId="{6EB866D8-8E55-4894-B136-3BD85EF46E8F}" dt="2025-02-24T01:17:32.401" v="16" actId="26606"/>
          <ac:spMkLst>
            <pc:docMk/>
            <pc:sldMk cId="1075959903" sldId="256"/>
            <ac:spMk id="22" creationId="{8C516CC8-80AC-446C-A56E-9F54B7210402}"/>
          </ac:spMkLst>
        </pc:spChg>
      </pc:sldChg>
      <pc:sldChg chg="modSp mod setBg">
        <pc:chgData name="Anjuli Jain" userId="ec3f56728fd736b1" providerId="LiveId" clId="{6EB866D8-8E55-4894-B136-3BD85EF46E8F}" dt="2025-02-24T01:29:00.733" v="159" actId="20577"/>
        <pc:sldMkLst>
          <pc:docMk/>
          <pc:sldMk cId="689599598" sldId="257"/>
        </pc:sldMkLst>
        <pc:spChg chg="mod">
          <ac:chgData name="Anjuli Jain" userId="ec3f56728fd736b1" providerId="LiveId" clId="{6EB866D8-8E55-4894-B136-3BD85EF46E8F}" dt="2025-02-24T01:28:18.759" v="148" actId="1076"/>
          <ac:spMkLst>
            <pc:docMk/>
            <pc:sldMk cId="689599598" sldId="257"/>
            <ac:spMk id="10" creationId="{527F2DB9-9BBE-D159-82F5-947A1ED504CB}"/>
          </ac:spMkLst>
        </pc:spChg>
        <pc:spChg chg="mod">
          <ac:chgData name="Anjuli Jain" userId="ec3f56728fd736b1" providerId="LiveId" clId="{6EB866D8-8E55-4894-B136-3BD85EF46E8F}" dt="2025-02-24T01:29:00.733" v="159" actId="20577"/>
          <ac:spMkLst>
            <pc:docMk/>
            <pc:sldMk cId="689599598" sldId="257"/>
            <ac:spMk id="11" creationId="{F190EA14-9F21-6956-CE9D-683AF2E1DE2F}"/>
          </ac:spMkLst>
        </pc:spChg>
        <pc:spChg chg="mod">
          <ac:chgData name="Anjuli Jain" userId="ec3f56728fd736b1" providerId="LiveId" clId="{6EB866D8-8E55-4894-B136-3BD85EF46E8F}" dt="2025-02-24T01:28:25.391" v="149" actId="1076"/>
          <ac:spMkLst>
            <pc:docMk/>
            <pc:sldMk cId="689599598" sldId="257"/>
            <ac:spMk id="14" creationId="{A8BAADB1-884C-41BE-8C11-90C3DEB1C440}"/>
          </ac:spMkLst>
        </pc:spChg>
        <pc:spChg chg="mod">
          <ac:chgData name="Anjuli Jain" userId="ec3f56728fd736b1" providerId="LiveId" clId="{6EB866D8-8E55-4894-B136-3BD85EF46E8F}" dt="2025-02-24T01:28:47.652" v="155" actId="207"/>
          <ac:spMkLst>
            <pc:docMk/>
            <pc:sldMk cId="689599598" sldId="257"/>
            <ac:spMk id="16" creationId="{D72E330C-E85F-D581-36C3-4E9634BE477F}"/>
          </ac:spMkLst>
        </pc:spChg>
        <pc:spChg chg="mod">
          <ac:chgData name="Anjuli Jain" userId="ec3f56728fd736b1" providerId="LiveId" clId="{6EB866D8-8E55-4894-B136-3BD85EF46E8F}" dt="2025-02-24T01:28:36.310" v="151" actId="1076"/>
          <ac:spMkLst>
            <pc:docMk/>
            <pc:sldMk cId="689599598" sldId="257"/>
            <ac:spMk id="17" creationId="{6126B22E-73B2-A684-08CE-141CC50A8EB7}"/>
          </ac:spMkLst>
        </pc:spChg>
        <pc:spChg chg="mod">
          <ac:chgData name="Anjuli Jain" userId="ec3f56728fd736b1" providerId="LiveId" clId="{6EB866D8-8E55-4894-B136-3BD85EF46E8F}" dt="2025-02-24T01:28:56.374" v="158" actId="1076"/>
          <ac:spMkLst>
            <pc:docMk/>
            <pc:sldMk cId="689599598" sldId="257"/>
            <ac:spMk id="18" creationId="{04CDA466-FF7A-9E0E-A94D-36FA962CC085}"/>
          </ac:spMkLst>
        </pc:spChg>
        <pc:spChg chg="mod">
          <ac:chgData name="Anjuli Jain" userId="ec3f56728fd736b1" providerId="LiveId" clId="{6EB866D8-8E55-4894-B136-3BD85EF46E8F}" dt="2025-02-24T01:26:49.925" v="125" actId="207"/>
          <ac:spMkLst>
            <pc:docMk/>
            <pc:sldMk cId="689599598" sldId="257"/>
            <ac:spMk id="23" creationId="{7FBCC840-68D1-C619-D751-9B1A80677E53}"/>
          </ac:spMkLst>
        </pc:spChg>
        <pc:picChg chg="mod">
          <ac:chgData name="Anjuli Jain" userId="ec3f56728fd736b1" providerId="LiveId" clId="{6EB866D8-8E55-4894-B136-3BD85EF46E8F}" dt="2025-02-24T01:28:51.870" v="157" actId="1076"/>
          <ac:picMkLst>
            <pc:docMk/>
            <pc:sldMk cId="689599598" sldId="257"/>
            <ac:picMk id="13" creationId="{42DB5212-A925-FEBB-E4F7-A61996FB23F3}"/>
          </ac:picMkLst>
        </pc:picChg>
      </pc:sldChg>
      <pc:sldChg chg="addSp delSp modSp mod setBg">
        <pc:chgData name="Anjuli Jain" userId="ec3f56728fd736b1" providerId="LiveId" clId="{6EB866D8-8E55-4894-B136-3BD85EF46E8F}" dt="2025-02-24T01:28:03.805" v="146" actId="207"/>
        <pc:sldMkLst>
          <pc:docMk/>
          <pc:sldMk cId="1197718009" sldId="258"/>
        </pc:sldMkLst>
        <pc:spChg chg="mod">
          <ac:chgData name="Anjuli Jain" userId="ec3f56728fd736b1" providerId="LiveId" clId="{6EB866D8-8E55-4894-B136-3BD85EF46E8F}" dt="2025-02-24T01:28:03.805" v="146" actId="207"/>
          <ac:spMkLst>
            <pc:docMk/>
            <pc:sldMk cId="1197718009" sldId="258"/>
            <ac:spMk id="2" creationId="{1DDBDB1F-8FDA-7907-371C-7145CDD0DD77}"/>
          </ac:spMkLst>
        </pc:spChg>
        <pc:spChg chg="mod">
          <ac:chgData name="Anjuli Jain" userId="ec3f56728fd736b1" providerId="LiveId" clId="{6EB866D8-8E55-4894-B136-3BD85EF46E8F}" dt="2025-02-24T01:27:11.319" v="129" actId="207"/>
          <ac:spMkLst>
            <pc:docMk/>
            <pc:sldMk cId="1197718009" sldId="258"/>
            <ac:spMk id="6" creationId="{4BD14AE0-C59B-8A6A-4131-32B8BD65462A}"/>
          </ac:spMkLst>
        </pc:spChg>
        <pc:spChg chg="mod">
          <ac:chgData name="Anjuli Jain" userId="ec3f56728fd736b1" providerId="LiveId" clId="{6EB866D8-8E55-4894-B136-3BD85EF46E8F}" dt="2025-02-24T01:20:26.374" v="28" actId="1076"/>
          <ac:spMkLst>
            <pc:docMk/>
            <pc:sldMk cId="1197718009" sldId="258"/>
            <ac:spMk id="7" creationId="{5A209018-F2CD-47A2-88A5-2B0A131E72B3}"/>
          </ac:spMkLst>
        </pc:spChg>
        <pc:picChg chg="del">
          <ac:chgData name="Anjuli Jain" userId="ec3f56728fd736b1" providerId="LiveId" clId="{6EB866D8-8E55-4894-B136-3BD85EF46E8F}" dt="2025-02-24T01:20:07.956" v="21" actId="478"/>
          <ac:picMkLst>
            <pc:docMk/>
            <pc:sldMk cId="1197718009" sldId="258"/>
            <ac:picMk id="5" creationId="{5CA2EC5C-CC7A-2BB0-6750-F15E7C9124E2}"/>
          </ac:picMkLst>
        </pc:picChg>
        <pc:picChg chg="add mod ord">
          <ac:chgData name="Anjuli Jain" userId="ec3f56728fd736b1" providerId="LiveId" clId="{6EB866D8-8E55-4894-B136-3BD85EF46E8F}" dt="2025-02-24T01:20:29.633" v="29" actId="1076"/>
          <ac:picMkLst>
            <pc:docMk/>
            <pc:sldMk cId="1197718009" sldId="258"/>
            <ac:picMk id="9" creationId="{C10BCFE2-524B-574D-8DD8-0282C1864012}"/>
          </ac:picMkLst>
        </pc:picChg>
      </pc:sldChg>
      <pc:sldChg chg="addSp modSp mod setBg">
        <pc:chgData name="Anjuli Jain" userId="ec3f56728fd736b1" providerId="LiveId" clId="{6EB866D8-8E55-4894-B136-3BD85EF46E8F}" dt="2025-02-24T01:32:14.072" v="213" actId="14100"/>
        <pc:sldMkLst>
          <pc:docMk/>
          <pc:sldMk cId="437494657" sldId="259"/>
        </pc:sldMkLst>
        <pc:spChg chg="mod">
          <ac:chgData name="Anjuli Jain" userId="ec3f56728fd736b1" providerId="LiveId" clId="{6EB866D8-8E55-4894-B136-3BD85EF46E8F}" dt="2025-02-24T01:29:56.873" v="167" actId="1076"/>
          <ac:spMkLst>
            <pc:docMk/>
            <pc:sldMk cId="437494657" sldId="259"/>
            <ac:spMk id="2" creationId="{913AE4C2-1D63-8BB6-1E24-AA64ABB48937}"/>
          </ac:spMkLst>
        </pc:spChg>
        <pc:spChg chg="mod">
          <ac:chgData name="Anjuli Jain" userId="ec3f56728fd736b1" providerId="LiveId" clId="{6EB866D8-8E55-4894-B136-3BD85EF46E8F}" dt="2025-02-24T01:31:34.122" v="209" actId="20577"/>
          <ac:spMkLst>
            <pc:docMk/>
            <pc:sldMk cId="437494657" sldId="259"/>
            <ac:spMk id="6" creationId="{197CE5E5-F4B0-6EF9-D682-7ADE8D80D5A5}"/>
          </ac:spMkLst>
        </pc:spChg>
        <pc:spChg chg="mod">
          <ac:chgData name="Anjuli Jain" userId="ec3f56728fd736b1" providerId="LiveId" clId="{6EB866D8-8E55-4894-B136-3BD85EF46E8F}" dt="2025-02-24T01:30:55.104" v="177" actId="1076"/>
          <ac:spMkLst>
            <pc:docMk/>
            <pc:sldMk cId="437494657" sldId="259"/>
            <ac:spMk id="12" creationId="{168223DF-87E9-D82F-A3F6-C90E7EA87634}"/>
          </ac:spMkLst>
        </pc:spChg>
        <pc:spChg chg="mod">
          <ac:chgData name="Anjuli Jain" userId="ec3f56728fd736b1" providerId="LiveId" clId="{6EB866D8-8E55-4894-B136-3BD85EF46E8F}" dt="2025-02-24T01:30:55.104" v="177" actId="1076"/>
          <ac:spMkLst>
            <pc:docMk/>
            <pc:sldMk cId="437494657" sldId="259"/>
            <ac:spMk id="13" creationId="{12E5EA44-24A4-5254-64B2-36E87693BDB1}"/>
          </ac:spMkLst>
        </pc:spChg>
        <pc:spChg chg="mod">
          <ac:chgData name="Anjuli Jain" userId="ec3f56728fd736b1" providerId="LiveId" clId="{6EB866D8-8E55-4894-B136-3BD85EF46E8F}" dt="2025-02-24T01:30:55.104" v="177" actId="1076"/>
          <ac:spMkLst>
            <pc:docMk/>
            <pc:sldMk cId="437494657" sldId="259"/>
            <ac:spMk id="14" creationId="{C2C4FFF7-8B62-0C7E-6878-21721C217D02}"/>
          </ac:spMkLst>
        </pc:spChg>
        <pc:spChg chg="mod">
          <ac:chgData name="Anjuli Jain" userId="ec3f56728fd736b1" providerId="LiveId" clId="{6EB866D8-8E55-4894-B136-3BD85EF46E8F}" dt="2025-02-24T01:30:55.104" v="177" actId="1076"/>
          <ac:spMkLst>
            <pc:docMk/>
            <pc:sldMk cId="437494657" sldId="259"/>
            <ac:spMk id="15" creationId="{71C2894F-0B9E-8D16-BE73-CFC13950DCCA}"/>
          </ac:spMkLst>
        </pc:spChg>
        <pc:spChg chg="mod">
          <ac:chgData name="Anjuli Jain" userId="ec3f56728fd736b1" providerId="LiveId" clId="{6EB866D8-8E55-4894-B136-3BD85EF46E8F}" dt="2025-02-24T01:30:55.104" v="177" actId="1076"/>
          <ac:spMkLst>
            <pc:docMk/>
            <pc:sldMk cId="437494657" sldId="259"/>
            <ac:spMk id="16" creationId="{FC75ECCD-83A1-AD24-911F-7870549E360B}"/>
          </ac:spMkLst>
        </pc:spChg>
        <pc:spChg chg="mod">
          <ac:chgData name="Anjuli Jain" userId="ec3f56728fd736b1" providerId="LiveId" clId="{6EB866D8-8E55-4894-B136-3BD85EF46E8F}" dt="2025-02-24T01:31:52.896" v="210" actId="1076"/>
          <ac:spMkLst>
            <pc:docMk/>
            <pc:sldMk cId="437494657" sldId="259"/>
            <ac:spMk id="18" creationId="{379EE4CC-EB7D-FB76-A160-570737EE48AD}"/>
          </ac:spMkLst>
        </pc:spChg>
        <pc:spChg chg="mod">
          <ac:chgData name="Anjuli Jain" userId="ec3f56728fd736b1" providerId="LiveId" clId="{6EB866D8-8E55-4894-B136-3BD85EF46E8F}" dt="2025-02-24T01:29:53.332" v="166" actId="1076"/>
          <ac:spMkLst>
            <pc:docMk/>
            <pc:sldMk cId="437494657" sldId="259"/>
            <ac:spMk id="20" creationId="{1730AF8C-F351-478F-6649-9DC01B0F1E53}"/>
          </ac:spMkLst>
        </pc:spChg>
        <pc:spChg chg="add mod">
          <ac:chgData name="Anjuli Jain" userId="ec3f56728fd736b1" providerId="LiveId" clId="{6EB866D8-8E55-4894-B136-3BD85EF46E8F}" dt="2025-02-24T01:31:07.259" v="198" actId="20577"/>
          <ac:spMkLst>
            <pc:docMk/>
            <pc:sldMk cId="437494657" sldId="259"/>
            <ac:spMk id="21" creationId="{AF2A808D-748F-20D7-82DB-329367516E5E}"/>
          </ac:spMkLst>
        </pc:spChg>
        <pc:picChg chg="mod">
          <ac:chgData name="Anjuli Jain" userId="ec3f56728fd736b1" providerId="LiveId" clId="{6EB866D8-8E55-4894-B136-3BD85EF46E8F}" dt="2025-02-24T01:32:03.699" v="211" actId="552"/>
          <ac:picMkLst>
            <pc:docMk/>
            <pc:sldMk cId="437494657" sldId="259"/>
            <ac:picMk id="5" creationId="{CD7FDB2E-1BBC-C1AF-24BB-024290B08C92}"/>
          </ac:picMkLst>
        </pc:picChg>
        <pc:picChg chg="mod">
          <ac:chgData name="Anjuli Jain" userId="ec3f56728fd736b1" providerId="LiveId" clId="{6EB866D8-8E55-4894-B136-3BD85EF46E8F}" dt="2025-02-24T01:32:14.072" v="213" actId="14100"/>
          <ac:picMkLst>
            <pc:docMk/>
            <pc:sldMk cId="437494657" sldId="259"/>
            <ac:picMk id="11" creationId="{C033D711-081F-A1ED-5DE2-628E12E15327}"/>
          </ac:picMkLst>
        </pc:picChg>
      </pc:sldChg>
      <pc:sldChg chg="addSp delSp modSp mod setBg">
        <pc:chgData name="Anjuli Jain" userId="ec3f56728fd736b1" providerId="LiveId" clId="{6EB866D8-8E55-4894-B136-3BD85EF46E8F}" dt="2025-02-24T01:32:43.756" v="217" actId="1076"/>
        <pc:sldMkLst>
          <pc:docMk/>
          <pc:sldMk cId="1849469066" sldId="260"/>
        </pc:sldMkLst>
        <pc:spChg chg="mod">
          <ac:chgData name="Anjuli Jain" userId="ec3f56728fd736b1" providerId="LiveId" clId="{6EB866D8-8E55-4894-B136-3BD85EF46E8F}" dt="2025-02-24T01:32:37.652" v="216" actId="207"/>
          <ac:spMkLst>
            <pc:docMk/>
            <pc:sldMk cId="1849469066" sldId="260"/>
            <ac:spMk id="2" creationId="{53AF52C1-E8BC-037C-B947-95C894CC02FC}"/>
          </ac:spMkLst>
        </pc:spChg>
        <pc:spChg chg="del">
          <ac:chgData name="Anjuli Jain" userId="ec3f56728fd736b1" providerId="LiveId" clId="{6EB866D8-8E55-4894-B136-3BD85EF46E8F}" dt="2025-02-24T01:22:23.638" v="82" actId="478"/>
          <ac:spMkLst>
            <pc:docMk/>
            <pc:sldMk cId="1849469066" sldId="260"/>
            <ac:spMk id="11" creationId="{9E7066D9-29E9-27DB-AFCB-2EACEEC75DE5}"/>
          </ac:spMkLst>
        </pc:spChg>
        <pc:spChg chg="del">
          <ac:chgData name="Anjuli Jain" userId="ec3f56728fd736b1" providerId="LiveId" clId="{6EB866D8-8E55-4894-B136-3BD85EF46E8F}" dt="2025-02-24T01:22:23.638" v="82" actId="478"/>
          <ac:spMkLst>
            <pc:docMk/>
            <pc:sldMk cId="1849469066" sldId="260"/>
            <ac:spMk id="12" creationId="{E8A1A2FD-C0A6-5FC7-F693-F504DFE1AA38}"/>
          </ac:spMkLst>
        </pc:spChg>
        <pc:spChg chg="add mod">
          <ac:chgData name="Anjuli Jain" userId="ec3f56728fd736b1" providerId="LiveId" clId="{6EB866D8-8E55-4894-B136-3BD85EF46E8F}" dt="2025-02-24T01:32:35.305" v="215" actId="207"/>
          <ac:spMkLst>
            <pc:docMk/>
            <pc:sldMk cId="1849469066" sldId="260"/>
            <ac:spMk id="17" creationId="{CBF61821-0B6E-4A9E-5CFA-20E8FA75B3A4}"/>
          </ac:spMkLst>
        </pc:spChg>
        <pc:picChg chg="del">
          <ac:chgData name="Anjuli Jain" userId="ec3f56728fd736b1" providerId="LiveId" clId="{6EB866D8-8E55-4894-B136-3BD85EF46E8F}" dt="2025-02-24T01:22:25.760" v="83" actId="478"/>
          <ac:picMkLst>
            <pc:docMk/>
            <pc:sldMk cId="1849469066" sldId="260"/>
            <ac:picMk id="6" creationId="{18326BB4-EE9F-FD14-FE40-D7848789B0FB}"/>
          </ac:picMkLst>
        </pc:picChg>
        <pc:picChg chg="del">
          <ac:chgData name="Anjuli Jain" userId="ec3f56728fd736b1" providerId="LiveId" clId="{6EB866D8-8E55-4894-B136-3BD85EF46E8F}" dt="2025-02-24T01:22:23.638" v="82" actId="478"/>
          <ac:picMkLst>
            <pc:docMk/>
            <pc:sldMk cId="1849469066" sldId="260"/>
            <ac:picMk id="8" creationId="{9309C81E-2C44-E491-C9A8-01714D762134}"/>
          </ac:picMkLst>
        </pc:picChg>
        <pc:picChg chg="del">
          <ac:chgData name="Anjuli Jain" userId="ec3f56728fd736b1" providerId="LiveId" clId="{6EB866D8-8E55-4894-B136-3BD85EF46E8F}" dt="2025-02-24T01:22:23.638" v="82" actId="478"/>
          <ac:picMkLst>
            <pc:docMk/>
            <pc:sldMk cId="1849469066" sldId="260"/>
            <ac:picMk id="10" creationId="{571EEFFD-3177-FE5B-0594-EFF871CC1B0C}"/>
          </ac:picMkLst>
        </pc:picChg>
        <pc:picChg chg="add mod modCrop">
          <ac:chgData name="Anjuli Jain" userId="ec3f56728fd736b1" providerId="LiveId" clId="{6EB866D8-8E55-4894-B136-3BD85EF46E8F}" dt="2025-02-24T01:32:43.756" v="217" actId="1076"/>
          <ac:picMkLst>
            <pc:docMk/>
            <pc:sldMk cId="1849469066" sldId="260"/>
            <ac:picMk id="14" creationId="{428D00B0-34E8-F84B-3EA1-533DCA8A85A2}"/>
          </ac:picMkLst>
        </pc:picChg>
        <pc:picChg chg="add mod modCrop">
          <ac:chgData name="Anjuli Jain" userId="ec3f56728fd736b1" providerId="LiveId" clId="{6EB866D8-8E55-4894-B136-3BD85EF46E8F}" dt="2025-02-24T01:32:43.756" v="217" actId="1076"/>
          <ac:picMkLst>
            <pc:docMk/>
            <pc:sldMk cId="1849469066" sldId="260"/>
            <ac:picMk id="16" creationId="{BFA36EA1-01A7-58C7-6995-B5A1FB466677}"/>
          </ac:picMkLst>
        </pc:picChg>
      </pc:sldChg>
      <pc:sldChg chg="addSp modSp mod ord setBg">
        <pc:chgData name="Anjuli Jain" userId="ec3f56728fd736b1" providerId="LiveId" clId="{6EB866D8-8E55-4894-B136-3BD85EF46E8F}" dt="2025-02-24T01:27:54.056" v="145" actId="1076"/>
        <pc:sldMkLst>
          <pc:docMk/>
          <pc:sldMk cId="348769587" sldId="261"/>
        </pc:sldMkLst>
        <pc:spChg chg="mod">
          <ac:chgData name="Anjuli Jain" userId="ec3f56728fd736b1" providerId="LiveId" clId="{6EB866D8-8E55-4894-B136-3BD85EF46E8F}" dt="2025-02-24T01:27:46.434" v="144" actId="207"/>
          <ac:spMkLst>
            <pc:docMk/>
            <pc:sldMk cId="348769587" sldId="261"/>
            <ac:spMk id="4" creationId="{CE96988E-5174-8012-138A-8DF04F29BD76}"/>
          </ac:spMkLst>
        </pc:spChg>
        <pc:spChg chg="add mod">
          <ac:chgData name="Anjuli Jain" userId="ec3f56728fd736b1" providerId="LiveId" clId="{6EB866D8-8E55-4894-B136-3BD85EF46E8F}" dt="2025-02-24T01:27:42.768" v="143" actId="207"/>
          <ac:spMkLst>
            <pc:docMk/>
            <pc:sldMk cId="348769587" sldId="261"/>
            <ac:spMk id="10" creationId="{A8BE4014-CBEC-D2FC-D5AF-E8D5E533108D}"/>
          </ac:spMkLst>
        </pc:spChg>
        <pc:spChg chg="add mod">
          <ac:chgData name="Anjuli Jain" userId="ec3f56728fd736b1" providerId="LiveId" clId="{6EB866D8-8E55-4894-B136-3BD85EF46E8F}" dt="2025-02-24T01:27:42.768" v="143" actId="207"/>
          <ac:spMkLst>
            <pc:docMk/>
            <pc:sldMk cId="348769587" sldId="261"/>
            <ac:spMk id="11" creationId="{A0D039C5-79C4-161B-4410-040B8F1D2F0D}"/>
          </ac:spMkLst>
        </pc:spChg>
        <pc:picChg chg="add mod">
          <ac:chgData name="Anjuli Jain" userId="ec3f56728fd736b1" providerId="LiveId" clId="{6EB866D8-8E55-4894-B136-3BD85EF46E8F}" dt="2025-02-24T01:27:37.275" v="142" actId="1036"/>
          <ac:picMkLst>
            <pc:docMk/>
            <pc:sldMk cId="348769587" sldId="261"/>
            <ac:picMk id="6" creationId="{B53CE30C-78A2-F5FD-3F81-1BF3469635A3}"/>
          </ac:picMkLst>
        </pc:picChg>
        <pc:picChg chg="add mod modCrop">
          <ac:chgData name="Anjuli Jain" userId="ec3f56728fd736b1" providerId="LiveId" clId="{6EB866D8-8E55-4894-B136-3BD85EF46E8F}" dt="2025-02-24T01:27:54.056" v="145" actId="1076"/>
          <ac:picMkLst>
            <pc:docMk/>
            <pc:sldMk cId="348769587" sldId="261"/>
            <ac:picMk id="8" creationId="{25B70188-2296-306B-0581-A0472A31817F}"/>
          </ac:picMkLst>
        </pc:picChg>
        <pc:picChg chg="add mod modCrop">
          <ac:chgData name="Anjuli Jain" userId="ec3f56728fd736b1" providerId="LiveId" clId="{6EB866D8-8E55-4894-B136-3BD85EF46E8F}" dt="2025-02-24T01:27:37.275" v="142" actId="1036"/>
          <ac:picMkLst>
            <pc:docMk/>
            <pc:sldMk cId="348769587" sldId="261"/>
            <ac:picMk id="9" creationId="{8B82A674-EB59-580A-228C-7A8C8BE17CDD}"/>
          </ac:picMkLst>
        </pc:picChg>
      </pc:sldChg>
      <pc:sldChg chg="modSp new mod setBg">
        <pc:chgData name="Anjuli Jain" userId="ec3f56728fd736b1" providerId="LiveId" clId="{6EB866D8-8E55-4894-B136-3BD85EF46E8F}" dt="2025-02-24T01:33:24.238" v="258" actId="14100"/>
        <pc:sldMkLst>
          <pc:docMk/>
          <pc:sldMk cId="3991037649" sldId="262"/>
        </pc:sldMkLst>
        <pc:spChg chg="mod">
          <ac:chgData name="Anjuli Jain" userId="ec3f56728fd736b1" providerId="LiveId" clId="{6EB866D8-8E55-4894-B136-3BD85EF46E8F}" dt="2025-02-24T01:33:20.280" v="257" actId="20577"/>
          <ac:spMkLst>
            <pc:docMk/>
            <pc:sldMk cId="3991037649" sldId="262"/>
            <ac:spMk id="2" creationId="{7EEF9F82-31C4-58E7-B099-96002E1C281C}"/>
          </ac:spMkLst>
        </pc:spChg>
        <pc:spChg chg="mod">
          <ac:chgData name="Anjuli Jain" userId="ec3f56728fd736b1" providerId="LiveId" clId="{6EB866D8-8E55-4894-B136-3BD85EF46E8F}" dt="2025-02-24T01:33:24.238" v="258" actId="14100"/>
          <ac:spMkLst>
            <pc:docMk/>
            <pc:sldMk cId="3991037649" sldId="262"/>
            <ac:spMk id="3" creationId="{DE595F8B-4EB9-4812-CE83-53EC2E6304C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5592-BD4F-15C2-C90A-D9411275B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1AA3EC-80EF-8701-1CFA-DDEB73356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555BE-1645-8796-E2D8-C7851DBA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24D0-9937-4072-A733-F96A5C29E6CB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5ABDF-57AE-13EA-CA1B-E43537B7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35277-6D9B-9C25-5186-275BCBA4A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F27A-4E23-4C70-9B3A-91E08B1F8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04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FF999-89ED-2D2A-266B-1E092A39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77D1C-11DA-330F-A24F-D9BC890BD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26903-36FD-E0D8-33C4-0196F8D11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24D0-9937-4072-A733-F96A5C29E6CB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2A25E-CDB8-13B5-1193-B41061B43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063B0-BADC-28E2-BDAB-F7E5BF05E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F27A-4E23-4C70-9B3A-91E08B1F8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2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C0C39-D0AC-BDC2-9451-242502572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7C6F4-BD8B-84E1-0709-A218D766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03CED-8AAD-9021-53EB-54848F141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24D0-9937-4072-A733-F96A5C29E6CB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4A267-489E-76F2-98FB-D9B6B30DA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25495-12C2-59EA-63DC-E3CA8E311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F27A-4E23-4C70-9B3A-91E08B1F8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582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037FE-9BA0-E70E-7D55-50DCE3469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D4D4F-FA7C-E7FD-91AD-5A3CBA83E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CCD86-17B8-6629-3517-6F2E58616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37E07-7FB3-C07C-BB7D-EF186B38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24D0-9937-4072-A733-F96A5C29E6CB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49489-D600-1A60-E194-1871E5497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42521-7774-1BD1-72B8-3500C5E7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F27A-4E23-4C70-9B3A-91E08B1F8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7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4E28A-0711-F3B1-35E2-B42BC1B17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FBAAB-0EEF-AB3D-01F9-394951A03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2F46B-A858-9B1E-54F9-C3D20D11B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4C434A-2560-D66C-7021-5650EC10E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BD05DE-EAAF-E2AD-D42C-28F43C9FC7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890341-8029-32AC-65FD-0A203374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24D0-9937-4072-A733-F96A5C29E6CB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0B0AB-9F9C-0B57-36B6-3945041FB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4D873-7A80-363C-D2D3-5741EBA12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F27A-4E23-4C70-9B3A-91E08B1F8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79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97DFA-12BD-7740-2746-2F77C796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F14206-E290-A1A3-5728-60445DFA7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24D0-9937-4072-A733-F96A5C29E6CB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75218D-2995-D6BC-E591-592C9F58F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53202-C9D3-072B-1A8E-C9099A4B7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F27A-4E23-4C70-9B3A-91E08B1F8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92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61E525-0923-5563-25A3-4B6E78353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24D0-9937-4072-A733-F96A5C29E6CB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8902E9-79F5-1182-B5B1-A2986365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A30B9-BA57-2BB0-A21E-C17D4AB04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F27A-4E23-4C70-9B3A-91E08B1F8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031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CE8BD-AA98-6F37-E10B-D595F61D6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CDBCE-D5F1-0B01-19B4-52209B510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79D58-57BA-2E0A-73A5-C696F08AE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AEFEF-D990-04D0-B232-3EB81ED0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24D0-9937-4072-A733-F96A5C29E6CB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905B-1A01-B853-E31F-AEF1731F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C2C2D-7963-C105-0FB2-D16E57148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F27A-4E23-4C70-9B3A-91E08B1F8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68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6EE17-CF15-8D65-F7BA-84EDF62DF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840B3-3158-D0F4-72A6-A207A64D3D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2A80C-99B6-43CC-37D4-6F04C4E06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B93540-35C5-A0E4-78EA-05B3984F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24D0-9937-4072-A733-F96A5C29E6CB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E1D63-1625-9358-142A-E5BD2C23F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8404E-7B86-9D3C-2D1D-9B72FF573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F27A-4E23-4C70-9B3A-91E08B1F8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20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F1C92-4214-2B4E-0425-945C41F9C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2B7F5-637C-0F95-C3C3-95D1C2045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21672-B521-E208-85A7-4F91CA867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24D0-9937-4072-A733-F96A5C29E6CB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6BDE3-32A0-5FF8-B933-F8AD20F1B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45860-15AA-5511-9254-3FA930A5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F27A-4E23-4C70-9B3A-91E08B1F8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82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9F9DA6-3FA0-41BF-AB1D-2BD1AEB6F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73277-212E-B3A5-A4A8-127E5A273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75EF4-4A11-654C-9FE5-41C5EECAA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24D0-9937-4072-A733-F96A5C29E6CB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FD04E-D4CF-500C-D99D-5745CD9D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ADBB7-B4D2-5FD3-84AF-2AA52192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CF27A-4E23-4C70-9B3A-91E08B1F8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60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9837B0-8427-FD59-2302-C984770E1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83969-EF77-6CA4-E971-17F20F7EF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47EBA-59DC-2C3C-44E2-1BC1915154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A24D0-9937-4072-A733-F96A5C29E6CB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99416-E049-6717-6A12-BA9CF797AF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75B64-EF92-CC1F-F846-6E7642260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CF27A-4E23-4C70-9B3A-91E08B1F8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85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ack-ai.com/form/ac72067d-4aef-4716-a438-e7ecdf656bda/5f094b2c-790b-4cad-8dba-1aa4c964932b/678458d2dc11aaa4b0dc2a74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ack-ai.com/form/ac72067d-4aef-4716-a438-e7ecdf656bda/5f094b2c-790b-4cad-8dba-1aa4c964932b/678458d2dc11aaa4b0dc2a7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F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E5832-8B28-37C3-3FA2-F9105461F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</a:rPr>
              <a:t>AI and Energy </a:t>
            </a:r>
            <a:br>
              <a:rPr lang="en-US" sz="4400" dirty="0">
                <a:solidFill>
                  <a:srgbClr val="FFFFFF"/>
                </a:solidFill>
              </a:rPr>
            </a:br>
            <a:br>
              <a:rPr lang="en-US" sz="4400" dirty="0">
                <a:solidFill>
                  <a:srgbClr val="FFFFFF"/>
                </a:solidFill>
              </a:rPr>
            </a:br>
            <a:r>
              <a:rPr lang="en-US" sz="4400" dirty="0">
                <a:solidFill>
                  <a:srgbClr val="FFFFFF"/>
                </a:solidFill>
              </a:rPr>
              <a:t>Using Low Code </a:t>
            </a:r>
            <a:r>
              <a:rPr lang="en-US" sz="4400" dirty="0" err="1">
                <a:solidFill>
                  <a:srgbClr val="FFFFFF"/>
                </a:solidFill>
              </a:rPr>
              <a:t>StackAI</a:t>
            </a:r>
            <a:r>
              <a:rPr lang="en-US" sz="4400" dirty="0">
                <a:solidFill>
                  <a:srgbClr val="FFFFFF"/>
                </a:solidFill>
              </a:rPr>
              <a:t> for</a:t>
            </a:r>
            <a:br>
              <a:rPr lang="en-US" sz="4400" dirty="0">
                <a:solidFill>
                  <a:srgbClr val="FFFFFF"/>
                </a:solidFill>
              </a:rPr>
            </a:br>
            <a:r>
              <a:rPr lang="en-US" sz="4400" dirty="0">
                <a:solidFill>
                  <a:srgbClr val="FFFFFF"/>
                </a:solidFill>
                <a:hlinkClick r:id="rId2"/>
              </a:rPr>
              <a:t>Exploring State Incentives for Renewables and Efficiency</a:t>
            </a: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8F0290-9466-8717-4687-F00C42C7A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endParaRPr lang="en-US">
              <a:solidFill>
                <a:srgbClr val="FFFFFF"/>
              </a:solidFill>
            </a:endParaRPr>
          </a:p>
          <a:p>
            <a:pPr algn="l"/>
            <a:r>
              <a:rPr lang="en-US">
                <a:solidFill>
                  <a:srgbClr val="FFFFFF"/>
                </a:solidFill>
              </a:rPr>
              <a:t>Anjuli Jain Figueroa</a:t>
            </a:r>
          </a:p>
        </p:txBody>
      </p:sp>
    </p:spTree>
    <p:extLst>
      <p:ext uri="{BB962C8B-B14F-4D97-AF65-F5344CB8AC3E}">
        <p14:creationId xmlns:p14="http://schemas.microsoft.com/office/powerpoint/2010/main" val="1075959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F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2DB5212-A925-FEBB-E4F7-A61996FB2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" y="1094657"/>
            <a:ext cx="11663680" cy="54941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7F2DB9-9BBE-D159-82F5-947A1ED504CB}"/>
              </a:ext>
            </a:extLst>
          </p:cNvPr>
          <p:cNvSpPr txBox="1"/>
          <p:nvPr/>
        </p:nvSpPr>
        <p:spPr>
          <a:xfrm>
            <a:off x="264160" y="1479477"/>
            <a:ext cx="1337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Input: State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90EA14-9F21-6956-CE9D-683AF2E1DE2F}"/>
              </a:ext>
            </a:extLst>
          </p:cNvPr>
          <p:cNvSpPr txBox="1"/>
          <p:nvPr/>
        </p:nvSpPr>
        <p:spPr>
          <a:xfrm>
            <a:off x="264160" y="2946624"/>
            <a:ext cx="13003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Input: </a:t>
            </a:r>
          </a:p>
          <a:p>
            <a:r>
              <a:rPr lang="en-US" dirty="0">
                <a:solidFill>
                  <a:srgbClr val="0070C0"/>
                </a:solidFill>
              </a:rPr>
              <a:t>“Policy”</a:t>
            </a:r>
          </a:p>
          <a:p>
            <a:r>
              <a:rPr lang="en-US" dirty="0">
                <a:solidFill>
                  <a:srgbClr val="0070C0"/>
                </a:solidFill>
              </a:rPr>
              <a:t> or</a:t>
            </a:r>
          </a:p>
          <a:p>
            <a:r>
              <a:rPr lang="en-US" dirty="0">
                <a:solidFill>
                  <a:srgbClr val="0070C0"/>
                </a:solidFill>
              </a:rPr>
              <a:t>“Incentive”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BAADB1-884C-41BE-8C11-90C3DEB1C440}"/>
              </a:ext>
            </a:extLst>
          </p:cNvPr>
          <p:cNvSpPr txBox="1"/>
          <p:nvPr/>
        </p:nvSpPr>
        <p:spPr>
          <a:xfrm>
            <a:off x="4407036" y="3639676"/>
            <a:ext cx="1788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Input: User Type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2E330C-E85F-D581-36C3-4E9634BE477F}"/>
              </a:ext>
            </a:extLst>
          </p:cNvPr>
          <p:cNvSpPr txBox="1"/>
          <p:nvPr/>
        </p:nvSpPr>
        <p:spPr>
          <a:xfrm>
            <a:off x="3134617" y="1479477"/>
            <a:ext cx="114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DSIRE 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Database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26B22E-73B2-A684-08CE-141CC50A8EB7}"/>
              </a:ext>
            </a:extLst>
          </p:cNvPr>
          <p:cNvSpPr txBox="1"/>
          <p:nvPr/>
        </p:nvSpPr>
        <p:spPr>
          <a:xfrm>
            <a:off x="2115684" y="2761958"/>
            <a:ext cx="1593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LLM 1  prompt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CDA466-FF7A-9E0E-A94D-36FA962CC085}"/>
              </a:ext>
            </a:extLst>
          </p:cNvPr>
          <p:cNvSpPr txBox="1"/>
          <p:nvPr/>
        </p:nvSpPr>
        <p:spPr>
          <a:xfrm>
            <a:off x="6460084" y="2125808"/>
            <a:ext cx="1547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LLM 2 prompt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FBCC840-68D1-C619-D751-9B1A80677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43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68959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F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AE4C2-1D63-8BB6-1E24-AA64ABB48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533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DSIRE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7FDB2E-1BBC-C1AF-24BB-024290B08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00" y="1307989"/>
            <a:ext cx="8819321" cy="22650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7CE5E5-F4B0-6EF9-D682-7ADE8D80D5A5}"/>
              </a:ext>
            </a:extLst>
          </p:cNvPr>
          <p:cNvSpPr txBox="1"/>
          <p:nvPr/>
        </p:nvSpPr>
        <p:spPr>
          <a:xfrm>
            <a:off x="9955330" y="4101543"/>
            <a:ext cx="1550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2,545 records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33D711-081F-A1ED-5DE2-628E12E15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99" y="3985747"/>
            <a:ext cx="8819321" cy="24116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8223DF-87E9-D82F-A3F6-C90E7EA87634}"/>
              </a:ext>
            </a:extLst>
          </p:cNvPr>
          <p:cNvSpPr txBox="1"/>
          <p:nvPr/>
        </p:nvSpPr>
        <p:spPr>
          <a:xfrm>
            <a:off x="10088700" y="1708627"/>
            <a:ext cx="752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State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E5EA44-24A4-5254-64B2-36E87693BDB1}"/>
              </a:ext>
            </a:extLst>
          </p:cNvPr>
          <p:cNvSpPr txBox="1"/>
          <p:nvPr/>
        </p:nvSpPr>
        <p:spPr>
          <a:xfrm>
            <a:off x="10088700" y="2071207"/>
            <a:ext cx="1130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Category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C4FFF7-8B62-0C7E-6878-21721C217D02}"/>
              </a:ext>
            </a:extLst>
          </p:cNvPr>
          <p:cNvSpPr txBox="1"/>
          <p:nvPr/>
        </p:nvSpPr>
        <p:spPr>
          <a:xfrm>
            <a:off x="10088700" y="2401371"/>
            <a:ext cx="689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Type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C2894F-0B9E-8D16-BE73-CFC13950DCCA}"/>
              </a:ext>
            </a:extLst>
          </p:cNvPr>
          <p:cNvSpPr txBox="1"/>
          <p:nvPr/>
        </p:nvSpPr>
        <p:spPr>
          <a:xfrm>
            <a:off x="10088700" y="2758041"/>
            <a:ext cx="1351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Technology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75ECCD-83A1-AD24-911F-7870549E360B}"/>
              </a:ext>
            </a:extLst>
          </p:cNvPr>
          <p:cNvSpPr txBox="1"/>
          <p:nvPr/>
        </p:nvSpPr>
        <p:spPr>
          <a:xfrm>
            <a:off x="10088700" y="3168336"/>
            <a:ext cx="882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Sector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9EE4CC-EB7D-FB76-A160-570737EE48AD}"/>
              </a:ext>
            </a:extLst>
          </p:cNvPr>
          <p:cNvSpPr txBox="1"/>
          <p:nvPr/>
        </p:nvSpPr>
        <p:spPr>
          <a:xfrm>
            <a:off x="3538076" y="7092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https://www.dsireusa.org/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30AF8C-F351-478F-6649-9DC01B0F1E53}"/>
              </a:ext>
            </a:extLst>
          </p:cNvPr>
          <p:cNvSpPr txBox="1"/>
          <p:nvPr/>
        </p:nvSpPr>
        <p:spPr>
          <a:xfrm>
            <a:off x="334088" y="110516"/>
            <a:ext cx="7244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0"/>
              </a:spcBef>
              <a:spcAft>
                <a:spcPts val="3000"/>
              </a:spcAft>
            </a:pPr>
            <a:r>
              <a:rPr lang="en-US" b="0" i="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Database of State Incentives for Renewables &amp; Efficiency</a:t>
            </a:r>
            <a:r>
              <a:rPr lang="en-US" b="0" i="0" baseline="30000" dirty="0">
                <a:solidFill>
                  <a:schemeClr val="bg1"/>
                </a:solidFill>
                <a:effectLst/>
                <a:latin typeface="Open Sans" panose="020F0502020204030204" pitchFamily="34" charset="0"/>
              </a:rPr>
              <a:t>®</a:t>
            </a:r>
            <a:endParaRPr lang="en-US" b="0" i="0" dirty="0">
              <a:solidFill>
                <a:schemeClr val="bg1"/>
              </a:solidFill>
              <a:effectLst/>
              <a:latin typeface="Open Sans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2A808D-748F-20D7-82DB-329367516E5E}"/>
              </a:ext>
            </a:extLst>
          </p:cNvPr>
          <p:cNvSpPr txBox="1"/>
          <p:nvPr/>
        </p:nvSpPr>
        <p:spPr>
          <a:xfrm>
            <a:off x="9787495" y="1279901"/>
            <a:ext cx="1833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Fields of Interest</a:t>
            </a:r>
          </a:p>
        </p:txBody>
      </p:sp>
    </p:spTree>
    <p:extLst>
      <p:ext uri="{BB962C8B-B14F-4D97-AF65-F5344CB8AC3E}">
        <p14:creationId xmlns:p14="http://schemas.microsoft.com/office/powerpoint/2010/main" val="437494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F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10BCFE2-524B-574D-8DD8-0282C1864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598" y="1090195"/>
            <a:ext cx="9954754" cy="54026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DBDB1F-8FDA-7907-371C-7145CDD0D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831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Simple Web Interface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D14AE0-C59B-8A6A-4131-32B8BD65462A}"/>
              </a:ext>
            </a:extLst>
          </p:cNvPr>
          <p:cNvSpPr txBox="1"/>
          <p:nvPr/>
        </p:nvSpPr>
        <p:spPr>
          <a:xfrm>
            <a:off x="256046" y="4629834"/>
            <a:ext cx="12212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 Inputs</a:t>
            </a:r>
          </a:p>
          <a:p>
            <a:r>
              <a:rPr lang="en-US" dirty="0">
                <a:solidFill>
                  <a:schemeClr val="bg1"/>
                </a:solidFill>
              </a:rPr>
              <a:t>Dropdown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5A209018-F2CD-47A2-88A5-2B0A131E72B3}"/>
              </a:ext>
            </a:extLst>
          </p:cNvPr>
          <p:cNvSpPr/>
          <p:nvPr/>
        </p:nvSpPr>
        <p:spPr>
          <a:xfrm>
            <a:off x="1270000" y="3586479"/>
            <a:ext cx="548640" cy="27330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18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F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96988E-5174-8012-138A-8DF04F29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4850"/>
            <a:ext cx="10515600" cy="42735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 Example 1 – MA, Commercial, Incentives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3CE30C-78A2-F5FD-3F81-1BF346963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35" y="1594749"/>
            <a:ext cx="5208505" cy="50897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B70188-2296-306B-0581-A0472A3181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697"/>
          <a:stretch/>
        </p:blipFill>
        <p:spPr>
          <a:xfrm>
            <a:off x="6553004" y="1325161"/>
            <a:ext cx="5324035" cy="33475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82A674-EB59-580A-228C-7A8C8BE17C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5482"/>
          <a:stretch/>
        </p:blipFill>
        <p:spPr>
          <a:xfrm>
            <a:off x="724935" y="1362229"/>
            <a:ext cx="5208505" cy="232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BE4014-CBEC-D2FC-D5AF-E8D5E533108D}"/>
              </a:ext>
            </a:extLst>
          </p:cNvPr>
          <p:cNvSpPr txBox="1"/>
          <p:nvPr/>
        </p:nvSpPr>
        <p:spPr>
          <a:xfrm>
            <a:off x="1239520" y="819017"/>
            <a:ext cx="3540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List of Programs and Sign-up Links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D039C5-79C4-161B-4410-040B8F1D2F0D}"/>
              </a:ext>
            </a:extLst>
          </p:cNvPr>
          <p:cNvSpPr txBox="1"/>
          <p:nvPr/>
        </p:nvSpPr>
        <p:spPr>
          <a:xfrm>
            <a:off x="6995160" y="819017"/>
            <a:ext cx="3517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Summary and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48769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F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F52C1-E8BC-037C-B947-95C894CC0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222"/>
            <a:ext cx="10515600" cy="42735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 Example 2 – MI, Residential, Policies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28D00B0-34E8-F84B-3EA1-533DCA8A85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7"/>
          <a:stretch/>
        </p:blipFill>
        <p:spPr>
          <a:xfrm>
            <a:off x="2225040" y="974570"/>
            <a:ext cx="4044955" cy="55832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A36EA1-01A7-58C7-6995-B5A1FB4666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7" r="-1"/>
          <a:stretch/>
        </p:blipFill>
        <p:spPr>
          <a:xfrm>
            <a:off x="6421120" y="974570"/>
            <a:ext cx="4141660" cy="55832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BF61821-0B6E-4A9E-5CFA-20E8FA75B3A4}"/>
              </a:ext>
            </a:extLst>
          </p:cNvPr>
          <p:cNvSpPr txBox="1"/>
          <p:nvPr/>
        </p:nvSpPr>
        <p:spPr>
          <a:xfrm>
            <a:off x="357646" y="1063674"/>
            <a:ext cx="1681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Downloadable </a:t>
            </a:r>
          </a:p>
          <a:p>
            <a:r>
              <a:rPr lang="en-US" dirty="0">
                <a:solidFill>
                  <a:schemeClr val="bg1"/>
                </a:solidFill>
              </a:rPr>
              <a:t>PDFs</a:t>
            </a:r>
          </a:p>
        </p:txBody>
      </p:sp>
    </p:spTree>
    <p:extLst>
      <p:ext uri="{BB962C8B-B14F-4D97-AF65-F5344CB8AC3E}">
        <p14:creationId xmlns:p14="http://schemas.microsoft.com/office/powerpoint/2010/main" val="1849469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3F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9F82-31C4-58E7-B099-96002E1C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Try it out!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95F8B-4EB9-4812-CE83-53EC2E630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83895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Exploring State Incentives for Renewables and Efficiency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1037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127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Open Sans</vt:lpstr>
      <vt:lpstr>Office Theme</vt:lpstr>
      <vt:lpstr>AI and Energy   Using Low Code StackAI for Exploring State Incentives for Renewables and Efficiency</vt:lpstr>
      <vt:lpstr>Workflow</vt:lpstr>
      <vt:lpstr>DSIRE Data</vt:lpstr>
      <vt:lpstr>Simple Web Interface</vt:lpstr>
      <vt:lpstr>Output Example 1 – MA, Commercial, Incentives </vt:lpstr>
      <vt:lpstr>Output Example 2 – MI, Residential, Policies </vt:lpstr>
      <vt:lpstr>Try it out!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Anjuli Jain</dc:creator>
  <cp:lastModifiedBy>Anjuli Jain</cp:lastModifiedBy>
  <cp:revision>1</cp:revision>
  <dcterms:created xsi:type="dcterms:W3CDTF">2025-02-24T00:37:14Z</dcterms:created>
  <dcterms:modified xsi:type="dcterms:W3CDTF">2025-02-24T01:33:26Z</dcterms:modified>
</cp:coreProperties>
</file>